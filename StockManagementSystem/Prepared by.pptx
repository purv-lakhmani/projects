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501BA1A-8D8C-4E7C-9B31-6F072F9D6254}">
          <p14:sldIdLst>
            <p14:sldId id="257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86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095B-5D9A-AA28-B32A-D2BE157D7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55A9-B89A-56A6-9BD3-F0ADDCDB8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6EAD5-28D1-1DF3-3365-23F10FA7B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C7E98-AF6D-DF53-7CC6-4C3C5FC2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71142-C985-5E30-7460-5C952980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495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8563-B597-CEF4-95F3-A75FB8FA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DC842-5A7E-903F-7E8F-5A6E1B4EB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8F29-5930-CE37-3226-5B9060BCF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4C039-0353-78E8-C5A8-97465ED6F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5904B-6912-1BC5-080A-163739A7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67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0F8C-97BE-C202-1560-7BC52956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25B48-191A-1777-535B-F494C6E39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19CC2-AA70-68CF-3666-A1E6651E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7540D-EB72-AB1D-5AD4-02D6DB95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771A-F8C9-9C90-BB28-7CC11848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73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2A657-D1A4-C80A-DC2F-497A9793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704DC-D11A-D048-2362-7D1806CEA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BC1F0-7524-BE52-0FC5-92E607F95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D20C1-0FA2-C286-9B6E-609C314AD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FCEC9-7EF9-39C9-E4E0-50442E373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C0099-EFF6-0447-6D9C-0BAE33C1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438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8ADE-6906-B5FB-D89E-FA83B464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CB11D-4212-C947-AC1D-716DC81DA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ACFF0-B18B-AD56-BC38-714715726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CFF50-645B-2C95-2FB1-05BE3395C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9E790-8A9E-DE62-341E-9E0B80FFF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E154D8-D8B0-0772-1853-50CC54439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931DB2-01B8-EBB0-F3B5-2F315CDC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89A15-D256-0B99-155A-9D92B960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11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FB8D-C16F-0AAA-5044-F6F8C55D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6FD73-F098-9C8E-7224-6F72A71D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AF63C-DAD4-CB89-328B-81C2EF87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709DF-D4CC-ADAE-8FD7-4C804834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135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2D340-2C3E-0C65-8EAC-7E0CD598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36272-7756-4DD4-48F9-19E3AFD6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8F672-DBAB-9F25-F454-338CEDB1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79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F4BED-6819-329D-567B-3D4383D7C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082CF-BDE6-FB92-132D-F85220D5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AA935-14FA-C71C-9BFE-6183C8916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3869B-9334-1755-423A-28A31F83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87DB2-78D2-7720-470F-471C18591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EF815-ED97-21F0-0164-3E0A70A7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96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542F-9FC0-383E-B134-9C52D3178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22FCA1-032E-B0E2-B58C-AB6D97D16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AA785-69A0-26A8-179F-04218AFEA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AF768-FF44-6456-F5DB-193EE28F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9111B-6820-8B8E-E80C-D5A33E18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89212-E613-379A-343A-205A60D3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80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7619-E2E4-DACA-3C22-0919EF1A9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4DAAD-05F5-212F-E014-1AF7B31DB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20B1A-4022-E703-3829-F9CE2D72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B53E6-6262-B884-0321-5493B882C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90FB6-2E2D-46B4-11DB-D3510223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60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2D09A-BE46-175C-3A1E-523066FD1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657A1-3520-A0D1-9F35-87E6AAA15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D119B-6939-5990-5022-C5262D3B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957C1-CA4F-3B03-BC5B-462F541F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07C6A-F8EA-3889-927C-59E73F1C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57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9C718-B1A6-02FF-4B27-F0BEFF4F5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17AB0-11EF-27C1-4B88-FA391909F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5C7B8-A30A-68D1-C190-E46288755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1455A-2680-4665-940D-D3D37608474E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6E056-5DC8-D462-CFA8-229479B68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F124D-1F88-C237-43AF-CF08E2018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153F2-E9AA-424B-BA67-039E0ED1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99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rawpixel.com/search/light%20blue%20background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1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smlpoints.com/notes-master-the-coding-interview-11.html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03CC57-2735-4F14-8C6C-F972DD6A5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457200" y="-937071"/>
            <a:ext cx="12359898" cy="82347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D617F-05DC-5951-DFE1-280BFCE5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34" y="2169762"/>
            <a:ext cx="4510008" cy="2022529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Prepared by :-</a:t>
            </a:r>
            <a:br>
              <a:rPr lang="en-IN" sz="3600" b="1" dirty="0"/>
            </a:br>
            <a:r>
              <a:rPr lang="en-IN" sz="3600" b="1" dirty="0"/>
              <a:t>Name  </a:t>
            </a:r>
            <a:r>
              <a:rPr lang="en-IN" b="1" dirty="0"/>
              <a:t>:-</a:t>
            </a:r>
            <a:r>
              <a:rPr lang="en-IN" sz="3600" b="1" dirty="0"/>
              <a:t>Lakhmani Purv </a:t>
            </a:r>
            <a:r>
              <a:rPr lang="en-IN" sz="3600" b="1" dirty="0" err="1"/>
              <a:t>Shaileshbhai</a:t>
            </a:r>
            <a:br>
              <a:rPr lang="en-IN" b="1" dirty="0"/>
            </a:br>
            <a:r>
              <a:rPr lang="en-IN" sz="3600" b="1" dirty="0" err="1"/>
              <a:t>Enroll</a:t>
            </a:r>
            <a:r>
              <a:rPr lang="en-IN" b="1" dirty="0"/>
              <a:t>  :-</a:t>
            </a:r>
            <a:r>
              <a:rPr lang="en-IN" sz="3600" b="1" dirty="0"/>
              <a:t>23002171410028</a:t>
            </a:r>
            <a:br>
              <a:rPr lang="en-IN" b="1" dirty="0"/>
            </a:br>
            <a:r>
              <a:rPr lang="en-IN" sz="3600" b="1" dirty="0"/>
              <a:t>Batch  :- A1-CS&amp;IT</a:t>
            </a:r>
            <a:br>
              <a:rPr lang="en-IN" sz="3600" b="1" dirty="0"/>
            </a:br>
            <a:r>
              <a:rPr lang="en-IN" sz="3600" b="1" dirty="0"/>
              <a:t>Roll no:-10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611DD12-239A-D785-3946-6ADF28BF959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7851" r="7851"/>
          <a:stretch>
            <a:fillRect/>
          </a:stretch>
        </p:blipFill>
        <p:spPr>
          <a:xfrm>
            <a:off x="5144028" y="743507"/>
            <a:ext cx="6172200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2C562-7141-BF4C-A739-EF2E13D09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59760" y="4846320"/>
            <a:ext cx="1612265" cy="1022668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A636D-09AD-5EF7-3949-150BFADF8840}"/>
              </a:ext>
            </a:extLst>
          </p:cNvPr>
          <p:cNvSpPr txBox="1"/>
          <p:nvPr/>
        </p:nvSpPr>
        <p:spPr>
          <a:xfrm>
            <a:off x="5183188" y="5861050"/>
            <a:ext cx="6172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smlpoints.com/notes-master-the-coding-interview-11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454" y="-548220"/>
            <a:ext cx="741512" cy="776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652209" y="-426412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6051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D992F1-6DF8-2049-EFE1-BCB129D00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85" y="174103"/>
            <a:ext cx="10686081" cy="600286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40E2CE-B0D0-234C-B819-082419074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446363" cy="1014224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</a:rPr>
              <a:t>Schema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85" y="239417"/>
            <a:ext cx="741512" cy="776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130248" y="174103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83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E24E2F-EA98-E967-4518-5A331ECC2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44"/>
            <a:ext cx="12191999" cy="67382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020E74-D254-75FD-132E-0266E680F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5241" y="-237244"/>
            <a:ext cx="3877159" cy="954410"/>
          </a:xfrm>
        </p:spPr>
        <p:txBody>
          <a:bodyPr>
            <a:normAutofit/>
          </a:bodyPr>
          <a:lstStyle/>
          <a:p>
            <a:r>
              <a:rPr lang="en-IN" sz="4000" b="1" dirty="0"/>
              <a:t>Use Case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25720-835A-1EA1-B8D2-2D1274C493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0" y="43543"/>
            <a:ext cx="741512" cy="776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39481" y="-61964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41628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964B23-2202-D0B0-5009-6A16DB9F4F75}"/>
              </a:ext>
            </a:extLst>
          </p:cNvPr>
          <p:cNvSpPr/>
          <p:nvPr/>
        </p:nvSpPr>
        <p:spPr>
          <a:xfrm>
            <a:off x="772886" y="762000"/>
            <a:ext cx="5323114" cy="2667000"/>
          </a:xfrm>
          <a:prstGeom prst="rect">
            <a:avLst/>
          </a:prstGeom>
          <a:gradFill flip="none" rotWithShape="1">
            <a:gsLst>
              <a:gs pos="71000">
                <a:schemeClr val="accent5">
                  <a:lumMod val="40000"/>
                  <a:lumOff val="60000"/>
                  <a:alpha val="0"/>
                </a:schemeClr>
              </a:gs>
              <a:gs pos="43000">
                <a:schemeClr val="accent5">
                  <a:lumMod val="95000"/>
                  <a:lumOff val="5000"/>
                </a:schemeClr>
              </a:gs>
              <a:gs pos="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Java: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Conditional Statements.</a:t>
            </a:r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String Manipulation.(for ex. </a:t>
            </a:r>
            <a:r>
              <a:rPr lang="en-IN" b="1" dirty="0" err="1">
                <a:solidFill>
                  <a:schemeClr val="tx1"/>
                </a:solidFill>
                <a:sym typeface="Wingdings" panose="05000000000000000000" pitchFamily="2" charset="2"/>
              </a:rPr>
              <a:t>Reverse,email</a:t>
            </a:r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 format)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 Exception Handling.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 File Handling.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 Loops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 Switch cases</a:t>
            </a: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 OTP Generator</a:t>
            </a:r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E91EE3-2CC5-34A5-0FC3-BDF9CD819C7C}"/>
              </a:ext>
            </a:extLst>
          </p:cNvPr>
          <p:cNvSpPr/>
          <p:nvPr/>
        </p:nvSpPr>
        <p:spPr>
          <a:xfrm>
            <a:off x="3810000" y="0"/>
            <a:ext cx="4582886" cy="762000"/>
          </a:xfrm>
          <a:prstGeom prst="rect">
            <a:avLst/>
          </a:prstGeom>
          <a:gradFill>
            <a:gsLst>
              <a:gs pos="71000">
                <a:schemeClr val="accent5">
                  <a:lumMod val="40000"/>
                  <a:lumOff val="60000"/>
                  <a:alpha val="0"/>
                </a:schemeClr>
              </a:gs>
              <a:gs pos="74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solidFill>
                  <a:schemeClr val="tx1"/>
                </a:solidFill>
              </a:rPr>
              <a:t>Functionality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0FBFDF-5B55-B69D-1794-CE3D79120142}"/>
              </a:ext>
            </a:extLst>
          </p:cNvPr>
          <p:cNvSpPr/>
          <p:nvPr/>
        </p:nvSpPr>
        <p:spPr>
          <a:xfrm>
            <a:off x="6106886" y="762000"/>
            <a:ext cx="5323114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IN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IN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41394B-FD86-D6AA-B5FA-BF47A4567C0D}"/>
              </a:ext>
            </a:extLst>
          </p:cNvPr>
          <p:cNvSpPr/>
          <p:nvPr/>
        </p:nvSpPr>
        <p:spPr>
          <a:xfrm>
            <a:off x="772886" y="3429000"/>
            <a:ext cx="5323114" cy="2667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0"/>
                </a:schemeClr>
              </a:gs>
              <a:gs pos="95000">
                <a:schemeClr val="accent5">
                  <a:lumMod val="60000"/>
                </a:schemeClr>
              </a:gs>
              <a:gs pos="47000">
                <a:schemeClr val="accent5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DBMS:</a:t>
            </a:r>
          </a:p>
          <a:p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 DML (Data Manipulation Language) queries.</a:t>
            </a:r>
          </a:p>
          <a:p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 Triggers.</a:t>
            </a:r>
          </a:p>
          <a:p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 Primary </a:t>
            </a:r>
            <a:r>
              <a:rPr lang="en-IN" b="1" dirty="0" err="1">
                <a:solidFill>
                  <a:schemeClr val="tx1"/>
                </a:solidFill>
                <a:sym typeface="Wingdings" panose="05000000000000000000" pitchFamily="2" charset="2"/>
              </a:rPr>
              <a:t>key,Foreign</a:t>
            </a:r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IN" b="1" dirty="0" err="1">
                <a:solidFill>
                  <a:schemeClr val="tx1"/>
                </a:solidFill>
                <a:sym typeface="Wingdings" panose="05000000000000000000" pitchFamily="2" charset="2"/>
              </a:rPr>
              <a:t>key,Unique</a:t>
            </a:r>
            <a:r>
              <a:rPr lang="en-IN" b="1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  <a:p>
            <a:endParaRPr lang="en-IN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IN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IN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IN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A1B0AF-17BA-75EE-806C-7EA2F5DEC67D}"/>
              </a:ext>
            </a:extLst>
          </p:cNvPr>
          <p:cNvSpPr/>
          <p:nvPr/>
        </p:nvSpPr>
        <p:spPr>
          <a:xfrm>
            <a:off x="6117772" y="762000"/>
            <a:ext cx="5323114" cy="2667000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40000"/>
                  <a:lumOff val="60000"/>
                  <a:alpha val="0"/>
                </a:schemeClr>
              </a:gs>
              <a:gs pos="100000">
                <a:schemeClr val="accent5">
                  <a:lumMod val="95000"/>
                  <a:lumOff val="5000"/>
                </a:schemeClr>
              </a:gs>
              <a:gs pos="42000">
                <a:schemeClr val="accent5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DS:</a:t>
            </a:r>
            <a:endParaRPr lang="en-IN" dirty="0">
              <a:effectLst/>
            </a:endParaRPr>
          </a:p>
          <a:p>
            <a:pPr marL="2834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I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Arrays.</a:t>
            </a:r>
            <a:endParaRPr lang="en-IN" dirty="0">
              <a:effectLst/>
            </a:endParaRPr>
          </a:p>
          <a:p>
            <a:pPr marL="2834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I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Insertion in doubly linked list from database.</a:t>
            </a:r>
            <a:endParaRPr lang="en-IN" dirty="0">
              <a:effectLst/>
            </a:endParaRPr>
          </a:p>
          <a:p>
            <a:pPr marL="2834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I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I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Display in doubly linked list.</a:t>
            </a:r>
          </a:p>
          <a:p>
            <a:pPr marL="2834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IN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34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IN" b="1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34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IN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3464" indent="-283464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en-IN" dirty="0">
              <a:effectLst/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" y="50937"/>
            <a:ext cx="741512" cy="776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0226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97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B59622-3968-58B9-C30D-D47D0C2AA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642257"/>
            <a:ext cx="11500293" cy="64552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8BFE0D-C46E-AD10-0F40-4F754437E1BA}"/>
              </a:ext>
            </a:extLst>
          </p:cNvPr>
          <p:cNvSpPr/>
          <p:nvPr/>
        </p:nvSpPr>
        <p:spPr>
          <a:xfrm>
            <a:off x="4539343" y="0"/>
            <a:ext cx="3352800" cy="8055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ER DIAGRAM(Entity-Relation)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C6DBB-7303-E6A5-8B0C-927F247795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" y="50937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8B60BB-8103-6077-B82B-E7B33562C9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0226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35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122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Prepared by :- Name  :-Lakhmani Purv Shaileshbhai Enroll  :-23002171410028 Batch  :- A1-CS&amp;IT Roll no:-10</vt:lpstr>
      <vt:lpstr>Schema</vt:lpstr>
      <vt:lpstr>Use Case Diagram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Purv Lakhmani</dc:creator>
  <cp:lastModifiedBy>Purv Lakhmani</cp:lastModifiedBy>
  <cp:revision>1</cp:revision>
  <dcterms:created xsi:type="dcterms:W3CDTF">2024-08-23T16:14:28Z</dcterms:created>
  <dcterms:modified xsi:type="dcterms:W3CDTF">2024-08-23T21:47:47Z</dcterms:modified>
</cp:coreProperties>
</file>